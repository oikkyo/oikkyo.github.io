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0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5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7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99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40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71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10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24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9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93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34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22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01148-CA64-4ACA-82F3-771B62B2951B}" type="datetimeFigureOut">
              <a:rPr lang="en-GB" smtClean="0"/>
              <a:t>07/05/2022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E6EC8-E12D-4A70-AA1D-7B71611153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2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6275114" y="828559"/>
            <a:ext cx="386943" cy="35580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rgbClr val="101011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4" t="27442" r="19303" b="28837"/>
          <a:stretch/>
        </p:blipFill>
        <p:spPr>
          <a:xfrm>
            <a:off x="6326306" y="906055"/>
            <a:ext cx="284558" cy="2008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824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Neelaloja Roy</dc:creator>
  <cp:lastModifiedBy>Neelaloja Roy</cp:lastModifiedBy>
  <cp:revision>5</cp:revision>
  <dcterms:created xsi:type="dcterms:W3CDTF">2022-05-06T19:12:31Z</dcterms:created>
  <dcterms:modified xsi:type="dcterms:W3CDTF">2022-05-06T22:37:51Z</dcterms:modified>
</cp:coreProperties>
</file>